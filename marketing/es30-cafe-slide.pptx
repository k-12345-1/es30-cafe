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es30-cafe.onrender.com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s30-cafe-slid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